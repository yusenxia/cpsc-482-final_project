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  <p:embeddedFont>
      <p:font typeface="Public Sans Medium"/>
      <p:regular r:id="rId17"/>
      <p:bold r:id="rId18"/>
      <p:italic r:id="rId19"/>
      <p:boldItalic r:id="rId20"/>
    </p:embeddedFont>
    <p:embeddedFont>
      <p:font typeface="Public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ublicSansMedium-boldItalic.fntdata"/><Relationship Id="rId22" Type="http://schemas.openxmlformats.org/officeDocument/2006/relationships/font" Target="fonts/PublicSans-bold.fntdata"/><Relationship Id="rId21" Type="http://schemas.openxmlformats.org/officeDocument/2006/relationships/font" Target="fonts/PublicSans-regular.fntdata"/><Relationship Id="rId24" Type="http://schemas.openxmlformats.org/officeDocument/2006/relationships/font" Target="fonts/PublicSans-boldItalic.fntdata"/><Relationship Id="rId23" Type="http://schemas.openxmlformats.org/officeDocument/2006/relationships/font" Target="fonts/Public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PublicSansMedium-regular.fntdata"/><Relationship Id="rId16" Type="http://schemas.openxmlformats.org/officeDocument/2006/relationships/font" Target="fonts/Roboto-boldItalic.fntdata"/><Relationship Id="rId19" Type="http://schemas.openxmlformats.org/officeDocument/2006/relationships/font" Target="fonts/PublicSansMedium-italic.fntdata"/><Relationship Id="rId18" Type="http://schemas.openxmlformats.org/officeDocument/2006/relationships/font" Target="fonts/PublicSans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dd9849ef4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dd9849ef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dd9849ef42_0_7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dd9849ef42_0_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dd9849ef42_0_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dd9849ef42_0_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dd9849ef42_0_8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dd9849ef42_0_8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dd9849ef42_0_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dd9849ef42_0_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dd9849ef42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dd9849ef42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dd9849ef42_0_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dd9849ef42_0_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" name="Google Shape;55;p1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" name="Google Shape;56;p1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" name="Google Shape;58;p1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2" name="Google Shape;62;p1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" name="Google Shape;70;p1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7" name="Google Shape;77;p16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8" name="Google Shape;78;p16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" name="Google Shape;79;p16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7" name="Google Shape;87;p1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" name="Google Shape;88;p1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" name="Google Shape;89;p1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" name="Google Shape;90;p1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" name="Google Shape;103;p1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" name="Google Shape;109;p2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4" name="Google Shape;114;p2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" name="Google Shape;115;p2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2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bg>
      <p:bgPr>
        <a:solidFill>
          <a:schemeClr val="dk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/>
          <p:nvPr/>
        </p:nvSpPr>
        <p:spPr>
          <a:xfrm>
            <a:off x="228600" y="223500"/>
            <a:ext cx="8686800" cy="46965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33" name="Google Shape;133;p23"/>
          <p:cNvSpPr txBox="1"/>
          <p:nvPr>
            <p:ph type="title"/>
          </p:nvPr>
        </p:nvSpPr>
        <p:spPr>
          <a:xfrm>
            <a:off x="398075" y="365350"/>
            <a:ext cx="7447200" cy="16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39807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35" name="Google Shape;135;p23"/>
          <p:cNvSpPr txBox="1"/>
          <p:nvPr>
            <p:ph idx="2" type="body"/>
          </p:nvPr>
        </p:nvSpPr>
        <p:spPr>
          <a:xfrm>
            <a:off x="632842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36" name="Google Shape;136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ex &amp; Content">
  <p:cSld name="CUSTOM_13">
    <p:bg>
      <p:bgPr>
        <a:solidFill>
          <a:schemeClr val="dk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/>
          <p:nvPr/>
        </p:nvSpPr>
        <p:spPr>
          <a:xfrm>
            <a:off x="228450" y="482850"/>
            <a:ext cx="8686800" cy="4177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24"/>
          <p:cNvSpPr txBox="1"/>
          <p:nvPr>
            <p:ph type="title"/>
          </p:nvPr>
        </p:nvSpPr>
        <p:spPr>
          <a:xfrm>
            <a:off x="571350" y="3710775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41" name="Google Shape;141;p24"/>
          <p:cNvSpPr txBox="1"/>
          <p:nvPr>
            <p:ph idx="2" type="body"/>
          </p:nvPr>
        </p:nvSpPr>
        <p:spPr>
          <a:xfrm>
            <a:off x="571350" y="620025"/>
            <a:ext cx="60606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142" name="Google Shape;142;p24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 type="tx">
  <p:cSld name="TITLE_AND_BODY">
    <p:bg>
      <p:bgPr>
        <a:solidFill>
          <a:schemeClr val="dk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/>
          <p:nvPr/>
        </p:nvSpPr>
        <p:spPr>
          <a:xfrm>
            <a:off x="228450" y="482850"/>
            <a:ext cx="8686800" cy="4177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5" name="Google Shape;145;p25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" name="Google Shape;146;p25"/>
          <p:cNvSpPr txBox="1"/>
          <p:nvPr>
            <p:ph type="title"/>
          </p:nvPr>
        </p:nvSpPr>
        <p:spPr>
          <a:xfrm>
            <a:off x="571350" y="3710775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47" name="Google Shape;147;p25"/>
          <p:cNvSpPr txBox="1"/>
          <p:nvPr>
            <p:ph idx="2" type="body"/>
          </p:nvPr>
        </p:nvSpPr>
        <p:spPr>
          <a:xfrm>
            <a:off x="396725" y="620025"/>
            <a:ext cx="55821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148" name="Google Shape;148;p25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nded Audience" type="twoColTx">
  <p:cSld name="TITLE_AND_TWO_COLUMNS">
    <p:bg>
      <p:bgPr>
        <a:solidFill>
          <a:schemeClr val="dk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/>
          <p:nvPr/>
        </p:nvSpPr>
        <p:spPr>
          <a:xfrm>
            <a:off x="228600" y="482850"/>
            <a:ext cx="8686800" cy="4177800"/>
          </a:xfrm>
          <a:prstGeom prst="roundRect">
            <a:avLst>
              <a:gd fmla="val 716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1" name="Google Shape;151;p26"/>
          <p:cNvSpPr txBox="1"/>
          <p:nvPr>
            <p:ph type="title"/>
          </p:nvPr>
        </p:nvSpPr>
        <p:spPr>
          <a:xfrm>
            <a:off x="396875" y="3950225"/>
            <a:ext cx="72279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52" name="Google Shape;152;p26"/>
          <p:cNvSpPr txBox="1"/>
          <p:nvPr>
            <p:ph idx="1" type="body"/>
          </p:nvPr>
        </p:nvSpPr>
        <p:spPr>
          <a:xfrm>
            <a:off x="228600" y="4707300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3" name="Google Shape;153;p26"/>
          <p:cNvSpPr/>
          <p:nvPr>
            <p:ph idx="2" type="pic"/>
          </p:nvPr>
        </p:nvSpPr>
        <p:spPr>
          <a:xfrm>
            <a:off x="396875" y="644975"/>
            <a:ext cx="2685600" cy="2131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4" name="Google Shape;154;p26"/>
          <p:cNvSpPr/>
          <p:nvPr>
            <p:ph idx="3" type="pic"/>
          </p:nvPr>
        </p:nvSpPr>
        <p:spPr>
          <a:xfrm>
            <a:off x="3243990" y="644975"/>
            <a:ext cx="2685600" cy="2131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5" name="Google Shape;155;p26"/>
          <p:cNvSpPr/>
          <p:nvPr>
            <p:ph idx="4" type="pic"/>
          </p:nvPr>
        </p:nvSpPr>
        <p:spPr>
          <a:xfrm>
            <a:off x="6091104" y="644975"/>
            <a:ext cx="2685600" cy="2131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6" name="Google Shape;156;p26"/>
          <p:cNvSpPr txBox="1"/>
          <p:nvPr>
            <p:ph idx="5" type="title"/>
          </p:nvPr>
        </p:nvSpPr>
        <p:spPr>
          <a:xfrm>
            <a:off x="770225" y="2837950"/>
            <a:ext cx="19389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6"/>
          <p:cNvSpPr txBox="1"/>
          <p:nvPr>
            <p:ph idx="6" type="title"/>
          </p:nvPr>
        </p:nvSpPr>
        <p:spPr>
          <a:xfrm>
            <a:off x="3602700" y="2837950"/>
            <a:ext cx="19389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6"/>
          <p:cNvSpPr txBox="1"/>
          <p:nvPr>
            <p:ph idx="7" type="title"/>
          </p:nvPr>
        </p:nvSpPr>
        <p:spPr>
          <a:xfrm>
            <a:off x="6464454" y="2837950"/>
            <a:ext cx="19389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6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 color 1" type="titleOnly">
  <p:cSld name="TITLE_ONLY">
    <p:bg>
      <p:bgPr>
        <a:solidFill>
          <a:schemeClr val="dk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/>
          <p:nvPr/>
        </p:nvSpPr>
        <p:spPr>
          <a:xfrm>
            <a:off x="228600" y="223500"/>
            <a:ext cx="86871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2" name="Google Shape;162;p27"/>
          <p:cNvSpPr/>
          <p:nvPr/>
        </p:nvSpPr>
        <p:spPr>
          <a:xfrm>
            <a:off x="228600" y="223500"/>
            <a:ext cx="78003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3" name="Google Shape;163;p27"/>
          <p:cNvSpPr/>
          <p:nvPr/>
        </p:nvSpPr>
        <p:spPr>
          <a:xfrm>
            <a:off x="228600" y="223500"/>
            <a:ext cx="68427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4" name="Google Shape;164;p27"/>
          <p:cNvSpPr txBox="1"/>
          <p:nvPr>
            <p:ph type="title"/>
          </p:nvPr>
        </p:nvSpPr>
        <p:spPr>
          <a:xfrm>
            <a:off x="374200" y="1920875"/>
            <a:ext cx="6230700" cy="24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374200" y="4213750"/>
            <a:ext cx="4167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/>
        </p:txBody>
      </p:sp>
      <p:sp>
        <p:nvSpPr>
          <p:cNvPr id="166" name="Google Shape;166;p27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7" name="Google Shape;167;p27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 color 2">
  <p:cSld name="CUSTOM_11">
    <p:bg>
      <p:bgPr>
        <a:solidFill>
          <a:schemeClr val="dk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/>
          <p:nvPr/>
        </p:nvSpPr>
        <p:spPr>
          <a:xfrm>
            <a:off x="228600" y="223500"/>
            <a:ext cx="86871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0" name="Google Shape;170;p28"/>
          <p:cNvSpPr/>
          <p:nvPr/>
        </p:nvSpPr>
        <p:spPr>
          <a:xfrm>
            <a:off x="228600" y="223500"/>
            <a:ext cx="78003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1" name="Google Shape;171;p28"/>
          <p:cNvSpPr/>
          <p:nvPr/>
        </p:nvSpPr>
        <p:spPr>
          <a:xfrm>
            <a:off x="228600" y="223500"/>
            <a:ext cx="68427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2" name="Google Shape;172;p28"/>
          <p:cNvSpPr txBox="1"/>
          <p:nvPr>
            <p:ph type="title"/>
          </p:nvPr>
        </p:nvSpPr>
        <p:spPr>
          <a:xfrm>
            <a:off x="374200" y="1920875"/>
            <a:ext cx="6230700" cy="24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8"/>
          <p:cNvSpPr txBox="1"/>
          <p:nvPr>
            <p:ph idx="1" type="body"/>
          </p:nvPr>
        </p:nvSpPr>
        <p:spPr>
          <a:xfrm>
            <a:off x="374200" y="4213750"/>
            <a:ext cx="4167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/>
        </p:txBody>
      </p:sp>
      <p:sp>
        <p:nvSpPr>
          <p:cNvPr id="174" name="Google Shape;174;p28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5" name="Google Shape;175;p28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 color 3">
  <p:cSld name="CUSTOM_12">
    <p:bg>
      <p:bgPr>
        <a:solidFill>
          <a:schemeClr val="dk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/>
          <p:nvPr/>
        </p:nvSpPr>
        <p:spPr>
          <a:xfrm>
            <a:off x="228600" y="223500"/>
            <a:ext cx="86871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8" name="Google Shape;178;p29"/>
          <p:cNvSpPr/>
          <p:nvPr/>
        </p:nvSpPr>
        <p:spPr>
          <a:xfrm>
            <a:off x="228600" y="223500"/>
            <a:ext cx="78003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9" name="Google Shape;179;p29"/>
          <p:cNvSpPr/>
          <p:nvPr/>
        </p:nvSpPr>
        <p:spPr>
          <a:xfrm>
            <a:off x="228600" y="223500"/>
            <a:ext cx="68427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0" name="Google Shape;180;p29"/>
          <p:cNvSpPr txBox="1"/>
          <p:nvPr>
            <p:ph type="title"/>
          </p:nvPr>
        </p:nvSpPr>
        <p:spPr>
          <a:xfrm>
            <a:off x="374200" y="1920875"/>
            <a:ext cx="6230700" cy="24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idx="1" type="body"/>
          </p:nvPr>
        </p:nvSpPr>
        <p:spPr>
          <a:xfrm>
            <a:off x="374200" y="4213750"/>
            <a:ext cx="4167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/>
        </p:txBody>
      </p:sp>
      <p:sp>
        <p:nvSpPr>
          <p:cNvPr id="182" name="Google Shape;182;p29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3" name="Google Shape;183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lvl="1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lvl="2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lvl="3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lvl="4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lvl="5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lvl="6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lvl="7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lvl="8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9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ny Overview">
  <p:cSld name="ONE_COLUMN_TEXT">
    <p:bg>
      <p:bgPr>
        <a:solidFill>
          <a:schemeClr val="dk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/>
          <p:nvPr/>
        </p:nvSpPr>
        <p:spPr>
          <a:xfrm>
            <a:off x="3899425" y="223500"/>
            <a:ext cx="50160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7" name="Google Shape;187;p30"/>
          <p:cNvSpPr/>
          <p:nvPr>
            <p:ph idx="2" type="pic"/>
          </p:nvPr>
        </p:nvSpPr>
        <p:spPr>
          <a:xfrm>
            <a:off x="228600" y="223500"/>
            <a:ext cx="3547800" cy="3302100"/>
          </a:xfrm>
          <a:prstGeom prst="roundRect">
            <a:avLst>
              <a:gd fmla="val 9186" name="adj"/>
            </a:avLst>
          </a:prstGeom>
          <a:noFill/>
          <a:ln>
            <a:noFill/>
          </a:ln>
        </p:spPr>
      </p:sp>
      <p:sp>
        <p:nvSpPr>
          <p:cNvPr id="188" name="Google Shape;188;p30"/>
          <p:cNvSpPr txBox="1"/>
          <p:nvPr>
            <p:ph idx="1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9" name="Google Shape;189;p30"/>
          <p:cNvSpPr txBox="1"/>
          <p:nvPr>
            <p:ph idx="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0" name="Google Shape;190;p30"/>
          <p:cNvSpPr txBox="1"/>
          <p:nvPr>
            <p:ph type="title"/>
          </p:nvPr>
        </p:nvSpPr>
        <p:spPr>
          <a:xfrm>
            <a:off x="4024125" y="430338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0"/>
          <p:cNvSpPr txBox="1"/>
          <p:nvPr>
            <p:ph idx="4" type="body"/>
          </p:nvPr>
        </p:nvSpPr>
        <p:spPr>
          <a:xfrm>
            <a:off x="4024125" y="1261138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2" name="Google Shape;192;p30"/>
          <p:cNvSpPr txBox="1"/>
          <p:nvPr>
            <p:ph idx="5" type="title"/>
          </p:nvPr>
        </p:nvSpPr>
        <p:spPr>
          <a:xfrm>
            <a:off x="6588700" y="430338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30"/>
          <p:cNvSpPr txBox="1"/>
          <p:nvPr>
            <p:ph idx="6" type="body"/>
          </p:nvPr>
        </p:nvSpPr>
        <p:spPr>
          <a:xfrm>
            <a:off x="6588700" y="1261138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4" name="Google Shape;194;p30"/>
          <p:cNvSpPr txBox="1"/>
          <p:nvPr>
            <p:ph idx="7" type="title"/>
          </p:nvPr>
        </p:nvSpPr>
        <p:spPr>
          <a:xfrm>
            <a:off x="4024138" y="2685663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0"/>
          <p:cNvSpPr txBox="1"/>
          <p:nvPr>
            <p:ph idx="8" type="body"/>
          </p:nvPr>
        </p:nvSpPr>
        <p:spPr>
          <a:xfrm>
            <a:off x="4024138" y="3516463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6" name="Google Shape;196;p30"/>
          <p:cNvSpPr txBox="1"/>
          <p:nvPr>
            <p:ph idx="9" type="title"/>
          </p:nvPr>
        </p:nvSpPr>
        <p:spPr>
          <a:xfrm>
            <a:off x="6588713" y="2685663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30"/>
          <p:cNvSpPr txBox="1"/>
          <p:nvPr>
            <p:ph idx="13" type="body"/>
          </p:nvPr>
        </p:nvSpPr>
        <p:spPr>
          <a:xfrm>
            <a:off x="6588713" y="3516463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8" name="Google Shape;198;p30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&amp; Outcomes">
  <p:cSld name="MAIN_POINT">
    <p:bg>
      <p:bgPr>
        <a:solidFill>
          <a:schemeClr val="dk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/>
          <p:nvPr/>
        </p:nvSpPr>
        <p:spPr>
          <a:xfrm>
            <a:off x="228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01" name="Google Shape;201;p31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2" name="Google Shape;202;p31"/>
          <p:cNvSpPr txBox="1"/>
          <p:nvPr>
            <p:ph idx="2" type="subTitle"/>
          </p:nvPr>
        </p:nvSpPr>
        <p:spPr>
          <a:xfrm>
            <a:off x="538050" y="396875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1"/>
          <p:cNvSpPr txBox="1"/>
          <p:nvPr>
            <p:ph idx="3" type="body"/>
          </p:nvPr>
        </p:nvSpPr>
        <p:spPr>
          <a:xfrm>
            <a:off x="538050" y="693751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4" name="Google Shape;204;p31"/>
          <p:cNvSpPr txBox="1"/>
          <p:nvPr>
            <p:ph type="title"/>
          </p:nvPr>
        </p:nvSpPr>
        <p:spPr>
          <a:xfrm>
            <a:off x="393700" y="3932625"/>
            <a:ext cx="3582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05" name="Google Shape;205;p31"/>
          <p:cNvSpPr txBox="1"/>
          <p:nvPr>
            <p:ph idx="4" type="subTitle"/>
          </p:nvPr>
        </p:nvSpPr>
        <p:spPr>
          <a:xfrm>
            <a:off x="538050" y="1224478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31"/>
          <p:cNvSpPr txBox="1"/>
          <p:nvPr>
            <p:ph idx="5" type="body"/>
          </p:nvPr>
        </p:nvSpPr>
        <p:spPr>
          <a:xfrm>
            <a:off x="538050" y="1521355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7" name="Google Shape;207;p31"/>
          <p:cNvSpPr txBox="1"/>
          <p:nvPr>
            <p:ph idx="6" type="subTitle"/>
          </p:nvPr>
        </p:nvSpPr>
        <p:spPr>
          <a:xfrm>
            <a:off x="538050" y="2130802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31"/>
          <p:cNvSpPr txBox="1"/>
          <p:nvPr>
            <p:ph idx="7" type="body"/>
          </p:nvPr>
        </p:nvSpPr>
        <p:spPr>
          <a:xfrm>
            <a:off x="538050" y="2427671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9" name="Google Shape;209;p31"/>
          <p:cNvSpPr txBox="1"/>
          <p:nvPr>
            <p:ph idx="8" type="subTitle"/>
          </p:nvPr>
        </p:nvSpPr>
        <p:spPr>
          <a:xfrm>
            <a:off x="538050" y="3037130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1"/>
          <p:cNvSpPr txBox="1"/>
          <p:nvPr>
            <p:ph idx="9" type="body"/>
          </p:nvPr>
        </p:nvSpPr>
        <p:spPr>
          <a:xfrm>
            <a:off x="538050" y="3334000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1" name="Google Shape;211;p31"/>
          <p:cNvSpPr/>
          <p:nvPr/>
        </p:nvSpPr>
        <p:spPr>
          <a:xfrm>
            <a:off x="4633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12" name="Google Shape;212;p31"/>
          <p:cNvSpPr txBox="1"/>
          <p:nvPr>
            <p:ph idx="13" type="body"/>
          </p:nvPr>
        </p:nvSpPr>
        <p:spPr>
          <a:xfrm>
            <a:off x="4982950" y="693751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3" name="Google Shape;213;p31"/>
          <p:cNvSpPr txBox="1"/>
          <p:nvPr>
            <p:ph idx="14" type="title"/>
          </p:nvPr>
        </p:nvSpPr>
        <p:spPr>
          <a:xfrm>
            <a:off x="4798700" y="3932625"/>
            <a:ext cx="3582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4" name="Google Shape;214;p31"/>
          <p:cNvSpPr txBox="1"/>
          <p:nvPr>
            <p:ph idx="15" type="subTitle"/>
          </p:nvPr>
        </p:nvSpPr>
        <p:spPr>
          <a:xfrm>
            <a:off x="4982950" y="1224478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31"/>
          <p:cNvSpPr txBox="1"/>
          <p:nvPr>
            <p:ph idx="16" type="body"/>
          </p:nvPr>
        </p:nvSpPr>
        <p:spPr>
          <a:xfrm>
            <a:off x="4982950" y="1521354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6" name="Google Shape;216;p31"/>
          <p:cNvSpPr txBox="1"/>
          <p:nvPr>
            <p:ph idx="17" type="subTitle"/>
          </p:nvPr>
        </p:nvSpPr>
        <p:spPr>
          <a:xfrm>
            <a:off x="4982950" y="2130801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1"/>
          <p:cNvSpPr txBox="1"/>
          <p:nvPr>
            <p:ph idx="18" type="body"/>
          </p:nvPr>
        </p:nvSpPr>
        <p:spPr>
          <a:xfrm>
            <a:off x="4982950" y="2427670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8" name="Google Shape;218;p31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19" name="Google Shape;219;p31"/>
          <p:cNvSpPr txBox="1"/>
          <p:nvPr>
            <p:ph idx="19" type="subTitle"/>
          </p:nvPr>
        </p:nvSpPr>
        <p:spPr>
          <a:xfrm>
            <a:off x="4982950" y="3037129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31"/>
          <p:cNvSpPr txBox="1"/>
          <p:nvPr>
            <p:ph idx="20" type="body"/>
          </p:nvPr>
        </p:nvSpPr>
        <p:spPr>
          <a:xfrm>
            <a:off x="4982950" y="3333998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1" name="Google Shape;221;p31"/>
          <p:cNvSpPr txBox="1"/>
          <p:nvPr>
            <p:ph idx="21" type="subTitle"/>
          </p:nvPr>
        </p:nvSpPr>
        <p:spPr>
          <a:xfrm>
            <a:off x="4982950" y="396875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w We Work">
  <p:cSld name="SECTION_TITLE_AND_DESCRIPTION">
    <p:bg>
      <p:bgPr>
        <a:solidFill>
          <a:schemeClr val="dk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/>
          <p:nvPr/>
        </p:nvSpPr>
        <p:spPr>
          <a:xfrm>
            <a:off x="226275" y="223500"/>
            <a:ext cx="2816100" cy="1171500"/>
          </a:xfrm>
          <a:prstGeom prst="roundRect">
            <a:avLst>
              <a:gd fmla="val 2489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4" name="Google Shape;224;p32"/>
          <p:cNvSpPr/>
          <p:nvPr/>
        </p:nvSpPr>
        <p:spPr>
          <a:xfrm>
            <a:off x="3165850" y="223500"/>
            <a:ext cx="2813700" cy="3706800"/>
          </a:xfrm>
          <a:prstGeom prst="roundRect">
            <a:avLst>
              <a:gd fmla="val 1413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5" name="Google Shape;225;p32"/>
          <p:cNvSpPr/>
          <p:nvPr>
            <p:ph idx="2" type="pic"/>
          </p:nvPr>
        </p:nvSpPr>
        <p:spPr>
          <a:xfrm>
            <a:off x="228675" y="1535050"/>
            <a:ext cx="2813700" cy="2395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26" name="Google Shape;226;p32"/>
          <p:cNvSpPr/>
          <p:nvPr/>
        </p:nvSpPr>
        <p:spPr>
          <a:xfrm>
            <a:off x="6103025" y="2763825"/>
            <a:ext cx="2816100" cy="1171500"/>
          </a:xfrm>
          <a:prstGeom prst="roundRect">
            <a:avLst>
              <a:gd fmla="val 2489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7" name="Google Shape;227;p32"/>
          <p:cNvSpPr/>
          <p:nvPr>
            <p:ph idx="3" type="pic"/>
          </p:nvPr>
        </p:nvSpPr>
        <p:spPr>
          <a:xfrm>
            <a:off x="6105350" y="223500"/>
            <a:ext cx="2813700" cy="2395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28" name="Google Shape;228;p32"/>
          <p:cNvSpPr txBox="1"/>
          <p:nvPr>
            <p:ph idx="1" type="subTitle"/>
          </p:nvPr>
        </p:nvSpPr>
        <p:spPr>
          <a:xfrm>
            <a:off x="210100" y="4062125"/>
            <a:ext cx="4860600" cy="64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9" name="Google Shape;229;p32"/>
          <p:cNvSpPr txBox="1"/>
          <p:nvPr>
            <p:ph idx="4" type="subTitle"/>
          </p:nvPr>
        </p:nvSpPr>
        <p:spPr>
          <a:xfrm>
            <a:off x="415725" y="291000"/>
            <a:ext cx="2437200" cy="103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32"/>
          <p:cNvSpPr txBox="1"/>
          <p:nvPr>
            <p:ph idx="5" type="subTitle"/>
          </p:nvPr>
        </p:nvSpPr>
        <p:spPr>
          <a:xfrm>
            <a:off x="6292475" y="2831325"/>
            <a:ext cx="2437200" cy="103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2"/>
          <p:cNvSpPr txBox="1"/>
          <p:nvPr>
            <p:ph type="title"/>
          </p:nvPr>
        </p:nvSpPr>
        <p:spPr>
          <a:xfrm>
            <a:off x="3357469" y="375900"/>
            <a:ext cx="2492700" cy="10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2" name="Google Shape;232;p32"/>
          <p:cNvSpPr txBox="1"/>
          <p:nvPr>
            <p:ph idx="6" type="body"/>
          </p:nvPr>
        </p:nvSpPr>
        <p:spPr>
          <a:xfrm>
            <a:off x="3321050" y="1395000"/>
            <a:ext cx="2384400" cy="23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3" name="Google Shape;233;p32"/>
          <p:cNvSpPr txBox="1"/>
          <p:nvPr>
            <p:ph idx="7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4" name="Google Shape;234;p32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APTION_ONLY">
    <p:bg>
      <p:bgPr>
        <a:solidFill>
          <a:schemeClr val="dk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3"/>
          <p:cNvSpPr txBox="1"/>
          <p:nvPr>
            <p:ph idx="1" type="subTitle"/>
          </p:nvPr>
        </p:nvSpPr>
        <p:spPr>
          <a:xfrm>
            <a:off x="228600" y="3858425"/>
            <a:ext cx="2202600" cy="84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7" name="Google Shape;237;p33"/>
          <p:cNvSpPr/>
          <p:nvPr>
            <p:ph idx="2" type="pic"/>
          </p:nvPr>
        </p:nvSpPr>
        <p:spPr>
          <a:xfrm>
            <a:off x="3351555" y="17747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8" name="Google Shape;238;p33"/>
          <p:cNvSpPr/>
          <p:nvPr>
            <p:ph idx="3" type="pic"/>
          </p:nvPr>
        </p:nvSpPr>
        <p:spPr>
          <a:xfrm>
            <a:off x="4641661" y="17747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9" name="Google Shape;239;p33"/>
          <p:cNvSpPr/>
          <p:nvPr>
            <p:ph idx="4" type="pic"/>
          </p:nvPr>
        </p:nvSpPr>
        <p:spPr>
          <a:xfrm>
            <a:off x="2061450" y="1818190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0" name="Google Shape;240;p33"/>
          <p:cNvSpPr/>
          <p:nvPr>
            <p:ph idx="5" type="pic"/>
          </p:nvPr>
        </p:nvSpPr>
        <p:spPr>
          <a:xfrm>
            <a:off x="3351555" y="1818190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1" name="Google Shape;241;p33"/>
          <p:cNvSpPr/>
          <p:nvPr>
            <p:ph idx="6" type="pic"/>
          </p:nvPr>
        </p:nvSpPr>
        <p:spPr>
          <a:xfrm>
            <a:off x="4641661" y="1818190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2" name="Google Shape;242;p33"/>
          <p:cNvSpPr/>
          <p:nvPr>
            <p:ph idx="7" type="pic"/>
          </p:nvPr>
        </p:nvSpPr>
        <p:spPr>
          <a:xfrm>
            <a:off x="5931766" y="1818190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3" name="Google Shape;243;p33"/>
          <p:cNvSpPr txBox="1"/>
          <p:nvPr>
            <p:ph idx="8" type="body"/>
          </p:nvPr>
        </p:nvSpPr>
        <p:spPr>
          <a:xfrm>
            <a:off x="3351550" y="1328275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4" name="Google Shape;244;p33"/>
          <p:cNvSpPr txBox="1"/>
          <p:nvPr>
            <p:ph idx="9" type="body"/>
          </p:nvPr>
        </p:nvSpPr>
        <p:spPr>
          <a:xfrm>
            <a:off x="4641650" y="1328275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5" name="Google Shape;245;p33"/>
          <p:cNvSpPr txBox="1"/>
          <p:nvPr>
            <p:ph idx="13" type="body"/>
          </p:nvPr>
        </p:nvSpPr>
        <p:spPr>
          <a:xfrm>
            <a:off x="2061425" y="2978988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6" name="Google Shape;246;p33"/>
          <p:cNvSpPr txBox="1"/>
          <p:nvPr>
            <p:ph idx="14" type="body"/>
          </p:nvPr>
        </p:nvSpPr>
        <p:spPr>
          <a:xfrm>
            <a:off x="3351525" y="2978988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7" name="Google Shape;247;p33"/>
          <p:cNvSpPr txBox="1"/>
          <p:nvPr>
            <p:ph idx="15" type="body"/>
          </p:nvPr>
        </p:nvSpPr>
        <p:spPr>
          <a:xfrm>
            <a:off x="4641650" y="2968988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8" name="Google Shape;248;p33"/>
          <p:cNvSpPr txBox="1"/>
          <p:nvPr>
            <p:ph idx="16" type="body"/>
          </p:nvPr>
        </p:nvSpPr>
        <p:spPr>
          <a:xfrm>
            <a:off x="5931775" y="2968988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9" name="Google Shape;249;p33"/>
          <p:cNvSpPr/>
          <p:nvPr>
            <p:ph idx="17" type="pic"/>
          </p:nvPr>
        </p:nvSpPr>
        <p:spPr>
          <a:xfrm>
            <a:off x="2706505" y="346891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0" name="Google Shape;250;p33"/>
          <p:cNvSpPr/>
          <p:nvPr>
            <p:ph idx="18" type="pic"/>
          </p:nvPr>
        </p:nvSpPr>
        <p:spPr>
          <a:xfrm>
            <a:off x="3996611" y="346891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1" name="Google Shape;251;p33"/>
          <p:cNvSpPr/>
          <p:nvPr>
            <p:ph idx="19" type="pic"/>
          </p:nvPr>
        </p:nvSpPr>
        <p:spPr>
          <a:xfrm>
            <a:off x="5286716" y="346891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2" name="Google Shape;252;p33"/>
          <p:cNvSpPr txBox="1"/>
          <p:nvPr>
            <p:ph idx="20" type="body"/>
          </p:nvPr>
        </p:nvSpPr>
        <p:spPr>
          <a:xfrm>
            <a:off x="2706475" y="4629713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3" name="Google Shape;253;p33"/>
          <p:cNvSpPr txBox="1"/>
          <p:nvPr>
            <p:ph idx="21" type="body"/>
          </p:nvPr>
        </p:nvSpPr>
        <p:spPr>
          <a:xfrm>
            <a:off x="3996600" y="4619713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4" name="Google Shape;254;p33"/>
          <p:cNvSpPr txBox="1"/>
          <p:nvPr>
            <p:ph idx="22" type="body"/>
          </p:nvPr>
        </p:nvSpPr>
        <p:spPr>
          <a:xfrm>
            <a:off x="5286725" y="4619713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33"/>
          <p:cNvSpPr txBox="1"/>
          <p:nvPr>
            <p:ph idx="2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6" name="Google Shape;256;p33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le Overview">
  <p:cSld name="BIG_NUMBER">
    <p:bg>
      <p:bgPr>
        <a:solidFill>
          <a:schemeClr val="dk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4"/>
          <p:cNvSpPr/>
          <p:nvPr/>
        </p:nvSpPr>
        <p:spPr>
          <a:xfrm>
            <a:off x="2286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59" name="Google Shape;259;p34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0" name="Google Shape;260;p34"/>
          <p:cNvSpPr txBox="1"/>
          <p:nvPr>
            <p:ph idx="2" type="body"/>
          </p:nvPr>
        </p:nvSpPr>
        <p:spPr>
          <a:xfrm>
            <a:off x="5373925" y="3376450"/>
            <a:ext cx="3541500" cy="10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1" name="Google Shape;261;p34"/>
          <p:cNvSpPr txBox="1"/>
          <p:nvPr>
            <p:ph idx="3" type="body"/>
          </p:nvPr>
        </p:nvSpPr>
        <p:spPr>
          <a:xfrm>
            <a:off x="280150" y="320950"/>
            <a:ext cx="19164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2" name="Google Shape;262;p34"/>
          <p:cNvSpPr/>
          <p:nvPr/>
        </p:nvSpPr>
        <p:spPr>
          <a:xfrm>
            <a:off x="24311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3" name="Google Shape;263;p34"/>
          <p:cNvSpPr txBox="1"/>
          <p:nvPr>
            <p:ph idx="4" type="body"/>
          </p:nvPr>
        </p:nvSpPr>
        <p:spPr>
          <a:xfrm>
            <a:off x="2482650" y="320950"/>
            <a:ext cx="19164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4" name="Google Shape;264;p34"/>
          <p:cNvSpPr/>
          <p:nvPr/>
        </p:nvSpPr>
        <p:spPr>
          <a:xfrm>
            <a:off x="46336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5" name="Google Shape;265;p34"/>
          <p:cNvSpPr txBox="1"/>
          <p:nvPr>
            <p:ph idx="5" type="body"/>
          </p:nvPr>
        </p:nvSpPr>
        <p:spPr>
          <a:xfrm>
            <a:off x="4685150" y="320950"/>
            <a:ext cx="19164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6" name="Google Shape;266;p34"/>
          <p:cNvSpPr/>
          <p:nvPr/>
        </p:nvSpPr>
        <p:spPr>
          <a:xfrm>
            <a:off x="68361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7" name="Google Shape;267;p34"/>
          <p:cNvSpPr txBox="1"/>
          <p:nvPr>
            <p:ph idx="6" type="body"/>
          </p:nvPr>
        </p:nvSpPr>
        <p:spPr>
          <a:xfrm>
            <a:off x="6887650" y="320950"/>
            <a:ext cx="19164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8" name="Google Shape;268;p34"/>
          <p:cNvSpPr txBox="1"/>
          <p:nvPr>
            <p:ph idx="7" type="subTitle"/>
          </p:nvPr>
        </p:nvSpPr>
        <p:spPr>
          <a:xfrm>
            <a:off x="280150" y="2543875"/>
            <a:ext cx="1799400" cy="4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34"/>
          <p:cNvSpPr txBox="1"/>
          <p:nvPr>
            <p:ph idx="8" type="subTitle"/>
          </p:nvPr>
        </p:nvSpPr>
        <p:spPr>
          <a:xfrm>
            <a:off x="2482650" y="2543875"/>
            <a:ext cx="1799400" cy="4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34"/>
          <p:cNvSpPr txBox="1"/>
          <p:nvPr>
            <p:ph idx="9" type="subTitle"/>
          </p:nvPr>
        </p:nvSpPr>
        <p:spPr>
          <a:xfrm>
            <a:off x="4685150" y="2543875"/>
            <a:ext cx="1799400" cy="4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4"/>
          <p:cNvSpPr txBox="1"/>
          <p:nvPr>
            <p:ph idx="13" type="subTitle"/>
          </p:nvPr>
        </p:nvSpPr>
        <p:spPr>
          <a:xfrm>
            <a:off x="6887650" y="2543875"/>
            <a:ext cx="1799400" cy="4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34"/>
          <p:cNvSpPr txBox="1"/>
          <p:nvPr>
            <p:ph idx="14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3" name="Google Shape;273;p34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l Rules" type="blank">
  <p:cSld name="BLANK">
    <p:bg>
      <p:bgPr>
        <a:solidFill>
          <a:schemeClr val="dk1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5"/>
          <p:cNvSpPr txBox="1"/>
          <p:nvPr>
            <p:ph idx="1" type="body"/>
          </p:nvPr>
        </p:nvSpPr>
        <p:spPr>
          <a:xfrm>
            <a:off x="228600" y="223500"/>
            <a:ext cx="4280700" cy="14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6" name="Google Shape;276;p35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7" name="Google Shape;277;p35"/>
          <p:cNvSpPr txBox="1"/>
          <p:nvPr>
            <p:ph idx="3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8" name="Google Shape;278;p35"/>
          <p:cNvSpPr/>
          <p:nvPr/>
        </p:nvSpPr>
        <p:spPr>
          <a:xfrm>
            <a:off x="4633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79" name="Google Shape;279;p35"/>
          <p:cNvSpPr txBox="1"/>
          <p:nvPr>
            <p:ph idx="4" type="subTitle"/>
          </p:nvPr>
        </p:nvSpPr>
        <p:spPr>
          <a:xfrm>
            <a:off x="4849425" y="1251515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35"/>
          <p:cNvSpPr txBox="1"/>
          <p:nvPr>
            <p:ph idx="5" type="body"/>
          </p:nvPr>
        </p:nvSpPr>
        <p:spPr>
          <a:xfrm>
            <a:off x="4849488" y="1548391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1" name="Google Shape;281;p35"/>
          <p:cNvSpPr txBox="1"/>
          <p:nvPr>
            <p:ph idx="6" type="subTitle"/>
          </p:nvPr>
        </p:nvSpPr>
        <p:spPr>
          <a:xfrm>
            <a:off x="4849425" y="2052387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35"/>
          <p:cNvSpPr txBox="1"/>
          <p:nvPr>
            <p:ph idx="7" type="body"/>
          </p:nvPr>
        </p:nvSpPr>
        <p:spPr>
          <a:xfrm>
            <a:off x="4849488" y="2349257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3" name="Google Shape;283;p35"/>
          <p:cNvSpPr txBox="1"/>
          <p:nvPr>
            <p:ph idx="8" type="subTitle"/>
          </p:nvPr>
        </p:nvSpPr>
        <p:spPr>
          <a:xfrm>
            <a:off x="4849425" y="2859065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35"/>
          <p:cNvSpPr txBox="1"/>
          <p:nvPr>
            <p:ph idx="9" type="body"/>
          </p:nvPr>
        </p:nvSpPr>
        <p:spPr>
          <a:xfrm>
            <a:off x="4849488" y="3155934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5" name="Google Shape;285;p35"/>
          <p:cNvSpPr txBox="1"/>
          <p:nvPr>
            <p:ph idx="13" type="subTitle"/>
          </p:nvPr>
        </p:nvSpPr>
        <p:spPr>
          <a:xfrm>
            <a:off x="4849425" y="3747093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35"/>
          <p:cNvSpPr txBox="1"/>
          <p:nvPr>
            <p:ph idx="14" type="body"/>
          </p:nvPr>
        </p:nvSpPr>
        <p:spPr>
          <a:xfrm>
            <a:off x="4849488" y="4043962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7" name="Google Shape;287;p35"/>
          <p:cNvSpPr txBox="1"/>
          <p:nvPr>
            <p:ph idx="15" type="subTitle"/>
          </p:nvPr>
        </p:nvSpPr>
        <p:spPr>
          <a:xfrm>
            <a:off x="4849425" y="450638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5"/>
          <p:cNvSpPr txBox="1"/>
          <p:nvPr>
            <p:ph idx="16" type="body"/>
          </p:nvPr>
        </p:nvSpPr>
        <p:spPr>
          <a:xfrm>
            <a:off x="4849488" y="747514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9" name="Google Shape;289;p35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">
    <p:bg>
      <p:bgPr>
        <a:solidFill>
          <a:schemeClr val="dk1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6"/>
          <p:cNvSpPr txBox="1"/>
          <p:nvPr>
            <p:ph type="title"/>
          </p:nvPr>
        </p:nvSpPr>
        <p:spPr>
          <a:xfrm>
            <a:off x="962775" y="223500"/>
            <a:ext cx="7952700" cy="20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b="1" sz="96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2" name="Google Shape;292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ols &amp; Meetings">
  <p:cSld name="CUSTOM_2">
    <p:bg>
      <p:bgPr>
        <a:solidFill>
          <a:schemeClr val="dk1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/>
          <p:nvPr/>
        </p:nvSpPr>
        <p:spPr>
          <a:xfrm>
            <a:off x="228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95" name="Google Shape;295;p37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6" name="Google Shape;296;p37"/>
          <p:cNvSpPr txBox="1"/>
          <p:nvPr>
            <p:ph type="title"/>
          </p:nvPr>
        </p:nvSpPr>
        <p:spPr>
          <a:xfrm>
            <a:off x="393700" y="3932625"/>
            <a:ext cx="3582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7" name="Google Shape;297;p37"/>
          <p:cNvSpPr txBox="1"/>
          <p:nvPr>
            <p:ph idx="2" type="body"/>
          </p:nvPr>
        </p:nvSpPr>
        <p:spPr>
          <a:xfrm>
            <a:off x="517200" y="396875"/>
            <a:ext cx="3703500" cy="33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8" name="Google Shape;298;p37"/>
          <p:cNvSpPr/>
          <p:nvPr/>
        </p:nvSpPr>
        <p:spPr>
          <a:xfrm>
            <a:off x="4633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99" name="Google Shape;299;p37"/>
          <p:cNvSpPr txBox="1"/>
          <p:nvPr>
            <p:ph idx="3" type="title"/>
          </p:nvPr>
        </p:nvSpPr>
        <p:spPr>
          <a:xfrm>
            <a:off x="4798700" y="3932625"/>
            <a:ext cx="3582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0" name="Google Shape;300;p37"/>
          <p:cNvSpPr txBox="1"/>
          <p:nvPr>
            <p:ph idx="4" type="body"/>
          </p:nvPr>
        </p:nvSpPr>
        <p:spPr>
          <a:xfrm>
            <a:off x="4922200" y="396875"/>
            <a:ext cx="3703500" cy="33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1" name="Google Shape;301;p37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ps for success">
  <p:cSld name="CUSTOM_3">
    <p:bg>
      <p:bgPr>
        <a:solidFill>
          <a:schemeClr val="dk1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/>
          <p:nvPr/>
        </p:nvSpPr>
        <p:spPr>
          <a:xfrm>
            <a:off x="3899425" y="223500"/>
            <a:ext cx="5016000" cy="4483800"/>
          </a:xfrm>
          <a:prstGeom prst="roundRect">
            <a:avLst>
              <a:gd fmla="val 716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04" name="Google Shape;304;p38"/>
          <p:cNvSpPr/>
          <p:nvPr>
            <p:ph idx="2" type="pic"/>
          </p:nvPr>
        </p:nvSpPr>
        <p:spPr>
          <a:xfrm>
            <a:off x="228600" y="223500"/>
            <a:ext cx="3547800" cy="3302100"/>
          </a:xfrm>
          <a:prstGeom prst="roundRect">
            <a:avLst>
              <a:gd fmla="val 9186" name="adj"/>
            </a:avLst>
          </a:prstGeom>
          <a:noFill/>
          <a:ln>
            <a:noFill/>
          </a:ln>
        </p:spPr>
      </p:sp>
      <p:sp>
        <p:nvSpPr>
          <p:cNvPr id="305" name="Google Shape;305;p38"/>
          <p:cNvSpPr txBox="1"/>
          <p:nvPr>
            <p:ph idx="1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6" name="Google Shape;306;p38"/>
          <p:cNvSpPr txBox="1"/>
          <p:nvPr>
            <p:ph idx="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7" name="Google Shape;307;p38"/>
          <p:cNvSpPr txBox="1"/>
          <p:nvPr>
            <p:ph type="title"/>
          </p:nvPr>
        </p:nvSpPr>
        <p:spPr>
          <a:xfrm>
            <a:off x="4024125" y="430338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38"/>
          <p:cNvSpPr txBox="1"/>
          <p:nvPr>
            <p:ph idx="4" type="body"/>
          </p:nvPr>
        </p:nvSpPr>
        <p:spPr>
          <a:xfrm>
            <a:off x="4024125" y="1261138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9" name="Google Shape;309;p38"/>
          <p:cNvSpPr txBox="1"/>
          <p:nvPr>
            <p:ph idx="5" type="title"/>
          </p:nvPr>
        </p:nvSpPr>
        <p:spPr>
          <a:xfrm>
            <a:off x="6588700" y="430338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38"/>
          <p:cNvSpPr txBox="1"/>
          <p:nvPr>
            <p:ph idx="6" type="body"/>
          </p:nvPr>
        </p:nvSpPr>
        <p:spPr>
          <a:xfrm>
            <a:off x="6588700" y="1261138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1" name="Google Shape;311;p38"/>
          <p:cNvSpPr txBox="1"/>
          <p:nvPr>
            <p:ph idx="7" type="title"/>
          </p:nvPr>
        </p:nvSpPr>
        <p:spPr>
          <a:xfrm>
            <a:off x="4024138" y="2685663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38"/>
          <p:cNvSpPr txBox="1"/>
          <p:nvPr>
            <p:ph idx="8" type="body"/>
          </p:nvPr>
        </p:nvSpPr>
        <p:spPr>
          <a:xfrm>
            <a:off x="4024138" y="3516463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3" name="Google Shape;313;p38"/>
          <p:cNvSpPr txBox="1"/>
          <p:nvPr>
            <p:ph idx="9" type="title"/>
          </p:nvPr>
        </p:nvSpPr>
        <p:spPr>
          <a:xfrm>
            <a:off x="6588713" y="2685663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38"/>
          <p:cNvSpPr txBox="1"/>
          <p:nvPr>
            <p:ph idx="13" type="body"/>
          </p:nvPr>
        </p:nvSpPr>
        <p:spPr>
          <a:xfrm>
            <a:off x="6588713" y="3516463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5" name="Google Shape;315;p38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4">
    <p:bg>
      <p:bgPr>
        <a:solidFill>
          <a:schemeClr val="dk1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9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8" name="Google Shape;318;p39"/>
          <p:cNvSpPr txBox="1"/>
          <p:nvPr>
            <p:ph idx="2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9" name="Google Shape;319;p39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tep process">
  <p:cSld name="CUSTOM_5">
    <p:bg>
      <p:bgPr>
        <a:solidFill>
          <a:schemeClr val="dk1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0"/>
          <p:cNvSpPr/>
          <p:nvPr/>
        </p:nvSpPr>
        <p:spPr>
          <a:xfrm>
            <a:off x="228600" y="2235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22" name="Google Shape;322;p40"/>
          <p:cNvSpPr txBox="1"/>
          <p:nvPr>
            <p:ph idx="1" type="subTitle"/>
          </p:nvPr>
        </p:nvSpPr>
        <p:spPr>
          <a:xfrm>
            <a:off x="284650" y="295600"/>
            <a:ext cx="21462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40"/>
          <p:cNvSpPr txBox="1"/>
          <p:nvPr>
            <p:ph idx="2" type="body"/>
          </p:nvPr>
        </p:nvSpPr>
        <p:spPr>
          <a:xfrm>
            <a:off x="284650" y="963450"/>
            <a:ext cx="26604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4" name="Google Shape;324;p40"/>
          <p:cNvSpPr txBox="1"/>
          <p:nvPr>
            <p:ph type="title"/>
          </p:nvPr>
        </p:nvSpPr>
        <p:spPr>
          <a:xfrm>
            <a:off x="240850" y="3175000"/>
            <a:ext cx="5004000" cy="153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40"/>
          <p:cNvSpPr txBox="1"/>
          <p:nvPr>
            <p:ph idx="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40"/>
          <p:cNvSpPr/>
          <p:nvPr/>
        </p:nvSpPr>
        <p:spPr>
          <a:xfrm>
            <a:off x="3165150" y="2235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27" name="Google Shape;327;p40"/>
          <p:cNvSpPr txBox="1"/>
          <p:nvPr>
            <p:ph idx="4" type="subTitle"/>
          </p:nvPr>
        </p:nvSpPr>
        <p:spPr>
          <a:xfrm>
            <a:off x="3221200" y="295600"/>
            <a:ext cx="21462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40"/>
          <p:cNvSpPr txBox="1"/>
          <p:nvPr>
            <p:ph idx="5" type="body"/>
          </p:nvPr>
        </p:nvSpPr>
        <p:spPr>
          <a:xfrm>
            <a:off x="3221200" y="963450"/>
            <a:ext cx="26604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9" name="Google Shape;329;p40"/>
          <p:cNvSpPr/>
          <p:nvPr/>
        </p:nvSpPr>
        <p:spPr>
          <a:xfrm>
            <a:off x="6101700" y="2235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30" name="Google Shape;330;p40"/>
          <p:cNvSpPr txBox="1"/>
          <p:nvPr>
            <p:ph idx="6" type="subTitle"/>
          </p:nvPr>
        </p:nvSpPr>
        <p:spPr>
          <a:xfrm>
            <a:off x="6157750" y="295600"/>
            <a:ext cx="21462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0"/>
          <p:cNvSpPr txBox="1"/>
          <p:nvPr>
            <p:ph idx="7" type="body"/>
          </p:nvPr>
        </p:nvSpPr>
        <p:spPr>
          <a:xfrm>
            <a:off x="6157750" y="963450"/>
            <a:ext cx="26604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2" name="Google Shape;332;p40"/>
          <p:cNvSpPr/>
          <p:nvPr/>
        </p:nvSpPr>
        <p:spPr>
          <a:xfrm>
            <a:off x="6101700" y="25317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33" name="Google Shape;333;p40"/>
          <p:cNvSpPr txBox="1"/>
          <p:nvPr>
            <p:ph idx="8" type="subTitle"/>
          </p:nvPr>
        </p:nvSpPr>
        <p:spPr>
          <a:xfrm>
            <a:off x="6157750" y="2603800"/>
            <a:ext cx="21462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40"/>
          <p:cNvSpPr txBox="1"/>
          <p:nvPr>
            <p:ph idx="9" type="body"/>
          </p:nvPr>
        </p:nvSpPr>
        <p:spPr>
          <a:xfrm>
            <a:off x="6157750" y="3271650"/>
            <a:ext cx="26604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5" name="Google Shape;335;p40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eas &amp; Suggestion ">
  <p:cSld name="CUSTOM_6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1"/>
          <p:cNvSpPr txBox="1"/>
          <p:nvPr>
            <p:ph type="title"/>
          </p:nvPr>
        </p:nvSpPr>
        <p:spPr>
          <a:xfrm>
            <a:off x="240850" y="3175000"/>
            <a:ext cx="5004000" cy="153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8" name="Google Shape;338;p41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9" name="Google Shape;339;p41"/>
          <p:cNvSpPr txBox="1"/>
          <p:nvPr>
            <p:ph idx="2" type="subTitle"/>
          </p:nvPr>
        </p:nvSpPr>
        <p:spPr>
          <a:xfrm>
            <a:off x="228600" y="223500"/>
            <a:ext cx="2079300" cy="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0" name="Google Shape;340;p41"/>
          <p:cNvSpPr txBox="1"/>
          <p:nvPr>
            <p:ph idx="3" type="body"/>
          </p:nvPr>
        </p:nvSpPr>
        <p:spPr>
          <a:xfrm>
            <a:off x="228725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1" name="Google Shape;341;p41"/>
          <p:cNvSpPr txBox="1"/>
          <p:nvPr>
            <p:ph idx="4" type="subTitle"/>
          </p:nvPr>
        </p:nvSpPr>
        <p:spPr>
          <a:xfrm>
            <a:off x="2431100" y="223500"/>
            <a:ext cx="2079300" cy="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2" name="Google Shape;342;p41"/>
          <p:cNvSpPr txBox="1"/>
          <p:nvPr>
            <p:ph idx="5" type="body"/>
          </p:nvPr>
        </p:nvSpPr>
        <p:spPr>
          <a:xfrm>
            <a:off x="2431225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3" name="Google Shape;343;p41"/>
          <p:cNvSpPr txBox="1"/>
          <p:nvPr>
            <p:ph idx="6" type="subTitle"/>
          </p:nvPr>
        </p:nvSpPr>
        <p:spPr>
          <a:xfrm>
            <a:off x="4633725" y="223500"/>
            <a:ext cx="2079300" cy="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4" name="Google Shape;344;p41"/>
          <p:cNvSpPr txBox="1"/>
          <p:nvPr>
            <p:ph idx="7" type="body"/>
          </p:nvPr>
        </p:nvSpPr>
        <p:spPr>
          <a:xfrm>
            <a:off x="4633850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5" name="Google Shape;345;p41"/>
          <p:cNvSpPr txBox="1"/>
          <p:nvPr>
            <p:ph idx="8" type="subTitle"/>
          </p:nvPr>
        </p:nvSpPr>
        <p:spPr>
          <a:xfrm>
            <a:off x="6836100" y="223500"/>
            <a:ext cx="2079300" cy="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6" name="Google Shape;346;p41"/>
          <p:cNvSpPr txBox="1"/>
          <p:nvPr>
            <p:ph idx="9" type="body"/>
          </p:nvPr>
        </p:nvSpPr>
        <p:spPr>
          <a:xfrm>
            <a:off x="6836225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7" name="Google Shape;347;p41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rst Months">
  <p:cSld name="CUSTOM_7">
    <p:bg>
      <p:bgPr>
        <a:solidFill>
          <a:schemeClr val="dk1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2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0" name="Google Shape;350;p42"/>
          <p:cNvSpPr txBox="1"/>
          <p:nvPr>
            <p:ph idx="2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1" name="Google Shape;351;p42"/>
          <p:cNvSpPr/>
          <p:nvPr/>
        </p:nvSpPr>
        <p:spPr>
          <a:xfrm>
            <a:off x="228600" y="223500"/>
            <a:ext cx="2813700" cy="32352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52" name="Google Shape;352;p42"/>
          <p:cNvSpPr txBox="1"/>
          <p:nvPr>
            <p:ph idx="3" type="subTitle"/>
          </p:nvPr>
        </p:nvSpPr>
        <p:spPr>
          <a:xfrm>
            <a:off x="284650" y="295600"/>
            <a:ext cx="25728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42"/>
          <p:cNvSpPr txBox="1"/>
          <p:nvPr>
            <p:ph idx="4" type="body"/>
          </p:nvPr>
        </p:nvSpPr>
        <p:spPr>
          <a:xfrm>
            <a:off x="325150" y="1455738"/>
            <a:ext cx="2633700" cy="186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54" name="Google Shape;354;p42"/>
          <p:cNvSpPr/>
          <p:nvPr/>
        </p:nvSpPr>
        <p:spPr>
          <a:xfrm>
            <a:off x="3165150" y="223500"/>
            <a:ext cx="2813700" cy="3235200"/>
          </a:xfrm>
          <a:prstGeom prst="roundRect">
            <a:avLst>
              <a:gd fmla="val 716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55" name="Google Shape;355;p42"/>
          <p:cNvSpPr txBox="1"/>
          <p:nvPr>
            <p:ph idx="5" type="subTitle"/>
          </p:nvPr>
        </p:nvSpPr>
        <p:spPr>
          <a:xfrm>
            <a:off x="3221200" y="295600"/>
            <a:ext cx="25728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42"/>
          <p:cNvSpPr txBox="1"/>
          <p:nvPr>
            <p:ph idx="6" type="body"/>
          </p:nvPr>
        </p:nvSpPr>
        <p:spPr>
          <a:xfrm>
            <a:off x="3261700" y="1455738"/>
            <a:ext cx="2633700" cy="186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57" name="Google Shape;357;p42"/>
          <p:cNvSpPr/>
          <p:nvPr/>
        </p:nvSpPr>
        <p:spPr>
          <a:xfrm>
            <a:off x="6101700" y="223500"/>
            <a:ext cx="2813700" cy="32352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58" name="Google Shape;358;p42"/>
          <p:cNvSpPr txBox="1"/>
          <p:nvPr>
            <p:ph idx="7" type="subTitle"/>
          </p:nvPr>
        </p:nvSpPr>
        <p:spPr>
          <a:xfrm>
            <a:off x="6157750" y="295600"/>
            <a:ext cx="25728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42"/>
          <p:cNvSpPr txBox="1"/>
          <p:nvPr>
            <p:ph idx="8" type="body"/>
          </p:nvPr>
        </p:nvSpPr>
        <p:spPr>
          <a:xfrm>
            <a:off x="6198250" y="1455738"/>
            <a:ext cx="2633700" cy="186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60" name="Google Shape;360;p42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ful links">
  <p:cSld name="CUSTOM_8">
    <p:bg>
      <p:bgPr>
        <a:solidFill>
          <a:schemeClr val="dk1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3"/>
          <p:cNvSpPr/>
          <p:nvPr/>
        </p:nvSpPr>
        <p:spPr>
          <a:xfrm>
            <a:off x="4633600" y="223500"/>
            <a:ext cx="4281900" cy="2002800"/>
          </a:xfrm>
          <a:prstGeom prst="roundRect">
            <a:avLst>
              <a:gd fmla="val 12782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63" name="Google Shape;363;p43"/>
          <p:cNvSpPr txBox="1"/>
          <p:nvPr/>
        </p:nvSpPr>
        <p:spPr>
          <a:xfrm>
            <a:off x="3286470" y="3339550"/>
            <a:ext cx="1257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dk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☝️</a:t>
            </a:r>
            <a:endParaRPr sz="7200">
              <a:solidFill>
                <a:schemeClr val="dk1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  <p:sp>
        <p:nvSpPr>
          <p:cNvPr id="364" name="Google Shape;364;p43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5" name="Google Shape;365;p43"/>
          <p:cNvSpPr txBox="1"/>
          <p:nvPr>
            <p:ph idx="2" type="subTitle"/>
          </p:nvPr>
        </p:nvSpPr>
        <p:spPr>
          <a:xfrm>
            <a:off x="5367775" y="3723400"/>
            <a:ext cx="35478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6" name="Google Shape;366;p43"/>
          <p:cNvSpPr/>
          <p:nvPr/>
        </p:nvSpPr>
        <p:spPr>
          <a:xfrm>
            <a:off x="228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67" name="Google Shape;367;p43"/>
          <p:cNvSpPr txBox="1"/>
          <p:nvPr>
            <p:ph idx="3" type="subTitle"/>
          </p:nvPr>
        </p:nvSpPr>
        <p:spPr>
          <a:xfrm>
            <a:off x="427825" y="396875"/>
            <a:ext cx="3906600" cy="6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43"/>
          <p:cNvSpPr txBox="1"/>
          <p:nvPr>
            <p:ph idx="4" type="subTitle"/>
          </p:nvPr>
        </p:nvSpPr>
        <p:spPr>
          <a:xfrm>
            <a:off x="427853" y="1124562"/>
            <a:ext cx="3906600" cy="6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43"/>
          <p:cNvSpPr txBox="1"/>
          <p:nvPr>
            <p:ph idx="5" type="subTitle"/>
          </p:nvPr>
        </p:nvSpPr>
        <p:spPr>
          <a:xfrm>
            <a:off x="427853" y="1852223"/>
            <a:ext cx="3906600" cy="6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43"/>
          <p:cNvSpPr txBox="1"/>
          <p:nvPr>
            <p:ph idx="6" type="subTitle"/>
          </p:nvPr>
        </p:nvSpPr>
        <p:spPr>
          <a:xfrm>
            <a:off x="427853" y="2595897"/>
            <a:ext cx="3906600" cy="6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43"/>
          <p:cNvSpPr txBox="1"/>
          <p:nvPr>
            <p:ph idx="7" type="subTitle"/>
          </p:nvPr>
        </p:nvSpPr>
        <p:spPr>
          <a:xfrm>
            <a:off x="4822775" y="289375"/>
            <a:ext cx="39066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2" name="Google Shape;372;p43"/>
          <p:cNvSpPr txBox="1"/>
          <p:nvPr>
            <p:ph idx="8" type="body"/>
          </p:nvPr>
        </p:nvSpPr>
        <p:spPr>
          <a:xfrm>
            <a:off x="4844650" y="1061025"/>
            <a:ext cx="11493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3" name="Google Shape;373;p43"/>
          <p:cNvSpPr txBox="1"/>
          <p:nvPr>
            <p:ph idx="9" type="body"/>
          </p:nvPr>
        </p:nvSpPr>
        <p:spPr>
          <a:xfrm>
            <a:off x="6225688" y="1061025"/>
            <a:ext cx="11493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4" name="Google Shape;374;p43"/>
          <p:cNvSpPr txBox="1"/>
          <p:nvPr>
            <p:ph idx="13" type="body"/>
          </p:nvPr>
        </p:nvSpPr>
        <p:spPr>
          <a:xfrm>
            <a:off x="7606725" y="1061025"/>
            <a:ext cx="11493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5" name="Google Shape;375;p43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Point">
  <p:cSld name="CUSTOM_9">
    <p:bg>
      <p:bgPr>
        <a:solidFill>
          <a:schemeClr val="dk1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4"/>
          <p:cNvSpPr/>
          <p:nvPr/>
        </p:nvSpPr>
        <p:spPr>
          <a:xfrm>
            <a:off x="228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78" name="Google Shape;378;p44"/>
          <p:cNvSpPr txBox="1"/>
          <p:nvPr>
            <p:ph idx="1" type="subTitle"/>
          </p:nvPr>
        </p:nvSpPr>
        <p:spPr>
          <a:xfrm>
            <a:off x="529450" y="419650"/>
            <a:ext cx="3678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44"/>
          <p:cNvSpPr txBox="1"/>
          <p:nvPr>
            <p:ph idx="2" type="body"/>
          </p:nvPr>
        </p:nvSpPr>
        <p:spPr>
          <a:xfrm>
            <a:off x="529510" y="716526"/>
            <a:ext cx="36789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0" name="Google Shape;380;p44"/>
          <p:cNvSpPr txBox="1"/>
          <p:nvPr>
            <p:ph type="title"/>
          </p:nvPr>
        </p:nvSpPr>
        <p:spPr>
          <a:xfrm>
            <a:off x="393725" y="3932625"/>
            <a:ext cx="40371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1" name="Google Shape;381;p44"/>
          <p:cNvSpPr txBox="1"/>
          <p:nvPr>
            <p:ph idx="3" type="subTitle"/>
          </p:nvPr>
        </p:nvSpPr>
        <p:spPr>
          <a:xfrm>
            <a:off x="529480" y="1247253"/>
            <a:ext cx="3678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44"/>
          <p:cNvSpPr txBox="1"/>
          <p:nvPr>
            <p:ph idx="4" type="body"/>
          </p:nvPr>
        </p:nvSpPr>
        <p:spPr>
          <a:xfrm>
            <a:off x="529540" y="1544130"/>
            <a:ext cx="36789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3" name="Google Shape;383;p44"/>
          <p:cNvSpPr txBox="1"/>
          <p:nvPr>
            <p:ph idx="5" type="subTitle"/>
          </p:nvPr>
        </p:nvSpPr>
        <p:spPr>
          <a:xfrm>
            <a:off x="529480" y="2153577"/>
            <a:ext cx="3678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p44"/>
          <p:cNvSpPr txBox="1"/>
          <p:nvPr>
            <p:ph idx="6" type="body"/>
          </p:nvPr>
        </p:nvSpPr>
        <p:spPr>
          <a:xfrm>
            <a:off x="529540" y="2450446"/>
            <a:ext cx="36789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5" name="Google Shape;385;p44"/>
          <p:cNvSpPr txBox="1"/>
          <p:nvPr>
            <p:ph idx="7" type="subTitle"/>
          </p:nvPr>
        </p:nvSpPr>
        <p:spPr>
          <a:xfrm>
            <a:off x="529480" y="3059905"/>
            <a:ext cx="3678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44"/>
          <p:cNvSpPr txBox="1"/>
          <p:nvPr>
            <p:ph idx="8" type="body"/>
          </p:nvPr>
        </p:nvSpPr>
        <p:spPr>
          <a:xfrm>
            <a:off x="529540" y="3356775"/>
            <a:ext cx="36789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7" name="Google Shape;387;p44"/>
          <p:cNvSpPr/>
          <p:nvPr>
            <p:ph idx="9" type="pic"/>
          </p:nvPr>
        </p:nvSpPr>
        <p:spPr>
          <a:xfrm>
            <a:off x="4633600" y="223500"/>
            <a:ext cx="4280700" cy="4483800"/>
          </a:xfrm>
          <a:prstGeom prst="roundRect">
            <a:avLst>
              <a:gd fmla="val 5546" name="adj"/>
            </a:avLst>
          </a:prstGeom>
          <a:noFill/>
          <a:ln>
            <a:noFill/>
          </a:ln>
        </p:spPr>
      </p:sp>
      <p:sp>
        <p:nvSpPr>
          <p:cNvPr id="388" name="Google Shape;388;p44"/>
          <p:cNvSpPr txBox="1"/>
          <p:nvPr>
            <p:ph idx="1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9" name="Google Shape;389;p44"/>
          <p:cNvSpPr txBox="1"/>
          <p:nvPr>
            <p:ph idx="14" type="subTitle"/>
          </p:nvPr>
        </p:nvSpPr>
        <p:spPr>
          <a:xfrm>
            <a:off x="4771050" y="3371675"/>
            <a:ext cx="3885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44"/>
          <p:cNvSpPr txBox="1"/>
          <p:nvPr>
            <p:ph idx="15" type="body"/>
          </p:nvPr>
        </p:nvSpPr>
        <p:spPr>
          <a:xfrm>
            <a:off x="4771050" y="3944875"/>
            <a:ext cx="39702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1" name="Google Shape;391;p44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14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5"/>
          <p:cNvSpPr/>
          <p:nvPr/>
        </p:nvSpPr>
        <p:spPr>
          <a:xfrm>
            <a:off x="228600" y="482850"/>
            <a:ext cx="8686800" cy="4177800"/>
          </a:xfrm>
          <a:prstGeom prst="roundRect">
            <a:avLst>
              <a:gd fmla="val 716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94" name="Google Shape;394;p45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5" name="Google Shape;395;p45"/>
          <p:cNvSpPr/>
          <p:nvPr>
            <p:ph idx="2" type="pic"/>
          </p:nvPr>
        </p:nvSpPr>
        <p:spPr>
          <a:xfrm>
            <a:off x="7187225" y="620025"/>
            <a:ext cx="1575900" cy="1504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96" name="Google Shape;396;p45"/>
          <p:cNvSpPr/>
          <p:nvPr>
            <p:ph idx="3" type="pic"/>
          </p:nvPr>
        </p:nvSpPr>
        <p:spPr>
          <a:xfrm>
            <a:off x="5467125" y="620025"/>
            <a:ext cx="1575900" cy="1504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97" name="Google Shape;397;p45"/>
          <p:cNvSpPr/>
          <p:nvPr>
            <p:ph idx="4" type="pic"/>
          </p:nvPr>
        </p:nvSpPr>
        <p:spPr>
          <a:xfrm>
            <a:off x="3747025" y="620025"/>
            <a:ext cx="1575900" cy="1504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98" name="Google Shape;398;p45"/>
          <p:cNvSpPr txBox="1"/>
          <p:nvPr>
            <p:ph idx="5" type="subTitle"/>
          </p:nvPr>
        </p:nvSpPr>
        <p:spPr>
          <a:xfrm>
            <a:off x="3747025" y="2171750"/>
            <a:ext cx="15759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45"/>
          <p:cNvSpPr txBox="1"/>
          <p:nvPr>
            <p:ph idx="6" type="subTitle"/>
          </p:nvPr>
        </p:nvSpPr>
        <p:spPr>
          <a:xfrm>
            <a:off x="5467125" y="2171750"/>
            <a:ext cx="15759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45"/>
          <p:cNvSpPr txBox="1"/>
          <p:nvPr>
            <p:ph idx="7" type="subTitle"/>
          </p:nvPr>
        </p:nvSpPr>
        <p:spPr>
          <a:xfrm>
            <a:off x="7187225" y="2171750"/>
            <a:ext cx="15759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45"/>
          <p:cNvSpPr txBox="1"/>
          <p:nvPr>
            <p:ph idx="8" type="body"/>
          </p:nvPr>
        </p:nvSpPr>
        <p:spPr>
          <a:xfrm>
            <a:off x="3747025" y="2512550"/>
            <a:ext cx="1575900" cy="15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2" name="Google Shape;402;p45"/>
          <p:cNvSpPr txBox="1"/>
          <p:nvPr>
            <p:ph idx="9" type="body"/>
          </p:nvPr>
        </p:nvSpPr>
        <p:spPr>
          <a:xfrm>
            <a:off x="5467125" y="2512550"/>
            <a:ext cx="1575900" cy="15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3" name="Google Shape;403;p45"/>
          <p:cNvSpPr txBox="1"/>
          <p:nvPr>
            <p:ph idx="13" type="body"/>
          </p:nvPr>
        </p:nvSpPr>
        <p:spPr>
          <a:xfrm>
            <a:off x="7187225" y="2512550"/>
            <a:ext cx="1575900" cy="15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4" name="Google Shape;404;p45"/>
          <p:cNvSpPr txBox="1"/>
          <p:nvPr>
            <p:ph type="title"/>
          </p:nvPr>
        </p:nvSpPr>
        <p:spPr>
          <a:xfrm>
            <a:off x="396875" y="3950225"/>
            <a:ext cx="31977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05" name="Google Shape;405;p45"/>
          <p:cNvSpPr txBox="1"/>
          <p:nvPr>
            <p:ph idx="14" type="body"/>
          </p:nvPr>
        </p:nvSpPr>
        <p:spPr>
          <a:xfrm>
            <a:off x="396875" y="620025"/>
            <a:ext cx="29367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406" name="Google Shape;406;p45"/>
          <p:cNvSpPr txBox="1"/>
          <p:nvPr>
            <p:ph idx="15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7" name="Google Shape;407;p45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ojis">
  <p:cSld name="CUSTOM">
    <p:bg>
      <p:bgPr>
        <a:solidFill>
          <a:schemeClr val="dk1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28600" y="223500"/>
            <a:ext cx="8686800" cy="20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ublic Sans"/>
              <a:buNone/>
              <a:defRPr sz="6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7900" y="3457700"/>
            <a:ext cx="8686800" cy="14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○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■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○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■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○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■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44">
          <p15:clr>
            <a:srgbClr val="E46962"/>
          </p15:clr>
        </p15:guide>
        <p15:guide id="2" orient="horz" pos="141">
          <p15:clr>
            <a:srgbClr val="E46962"/>
          </p15:clr>
        </p15:guide>
        <p15:guide id="3" pos="529">
          <p15:clr>
            <a:srgbClr val="E46962"/>
          </p15:clr>
        </p15:guide>
        <p15:guide id="4" pos="606">
          <p15:clr>
            <a:srgbClr val="E46962"/>
          </p15:clr>
        </p15:guide>
        <p15:guide id="5" pos="991">
          <p15:clr>
            <a:srgbClr val="E46962"/>
          </p15:clr>
        </p15:guide>
        <p15:guide id="6" pos="1069">
          <p15:clr>
            <a:srgbClr val="E46962"/>
          </p15:clr>
        </p15:guide>
        <p15:guide id="7" pos="1454">
          <p15:clr>
            <a:srgbClr val="E46962"/>
          </p15:clr>
        </p15:guide>
        <p15:guide id="8" pos="1531">
          <p15:clr>
            <a:srgbClr val="E46962"/>
          </p15:clr>
        </p15:guide>
        <p15:guide id="9" pos="1916">
          <p15:clr>
            <a:srgbClr val="E46962"/>
          </p15:clr>
        </p15:guide>
        <p15:guide id="10" pos="1994">
          <p15:clr>
            <a:srgbClr val="E46962"/>
          </p15:clr>
        </p15:guide>
        <p15:guide id="11" pos="2379">
          <p15:clr>
            <a:srgbClr val="E46962"/>
          </p15:clr>
        </p15:guide>
        <p15:guide id="12" pos="2456">
          <p15:clr>
            <a:srgbClr val="E46962"/>
          </p15:clr>
        </p15:guide>
        <p15:guide id="13" pos="2919">
          <p15:clr>
            <a:srgbClr val="E46962"/>
          </p15:clr>
        </p15:guide>
        <p15:guide id="14" pos="3381">
          <p15:clr>
            <a:srgbClr val="E46962"/>
          </p15:clr>
        </p15:guide>
        <p15:guide id="15" pos="3766">
          <p15:clr>
            <a:srgbClr val="E46962"/>
          </p15:clr>
        </p15:guide>
        <p15:guide id="16" pos="3844">
          <p15:clr>
            <a:srgbClr val="E46962"/>
          </p15:clr>
        </p15:guide>
        <p15:guide id="17" pos="4229">
          <p15:clr>
            <a:srgbClr val="E46962"/>
          </p15:clr>
        </p15:guide>
        <p15:guide id="18" pos="2841">
          <p15:clr>
            <a:srgbClr val="E46962"/>
          </p15:clr>
        </p15:guide>
        <p15:guide id="19" pos="3304">
          <p15:clr>
            <a:srgbClr val="E46962"/>
          </p15:clr>
        </p15:guide>
        <p15:guide id="20" pos="4306">
          <p15:clr>
            <a:srgbClr val="E46962"/>
          </p15:clr>
        </p15:guide>
        <p15:guide id="21" pos="4691">
          <p15:clr>
            <a:srgbClr val="E46962"/>
          </p15:clr>
        </p15:guide>
        <p15:guide id="22" pos="4769">
          <p15:clr>
            <a:srgbClr val="E46962"/>
          </p15:clr>
        </p15:guide>
        <p15:guide id="23" pos="5154">
          <p15:clr>
            <a:srgbClr val="E46962"/>
          </p15:clr>
        </p15:guide>
        <p15:guide id="24" pos="5231">
          <p15:clr>
            <a:srgbClr val="E46962"/>
          </p15:clr>
        </p15:guide>
        <p15:guide id="25" pos="5616">
          <p15:clr>
            <a:srgbClr val="E46962"/>
          </p15:clr>
        </p15:guide>
        <p15:guide id="26" orient="horz" pos="29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7"/>
          <p:cNvSpPr txBox="1"/>
          <p:nvPr>
            <p:ph type="title"/>
          </p:nvPr>
        </p:nvSpPr>
        <p:spPr>
          <a:xfrm>
            <a:off x="486000" y="877575"/>
            <a:ext cx="8172000" cy="13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5000">
                <a:latin typeface="Roboto"/>
                <a:ea typeface="Roboto"/>
                <a:cs typeface="Roboto"/>
                <a:sym typeface="Roboto"/>
              </a:rPr>
              <a:t>Video Game Analytics Pipeline </a:t>
            </a:r>
            <a:endParaRPr b="0" sz="5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5" name="Google Shape;415;p47"/>
          <p:cNvSpPr txBox="1"/>
          <p:nvPr>
            <p:ph idx="1" type="body"/>
          </p:nvPr>
        </p:nvSpPr>
        <p:spPr>
          <a:xfrm>
            <a:off x="3136500" y="2181375"/>
            <a:ext cx="2871000" cy="5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Yusen Xia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" name="Google Shape;416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8"/>
          <p:cNvSpPr txBox="1"/>
          <p:nvPr>
            <p:ph type="title"/>
          </p:nvPr>
        </p:nvSpPr>
        <p:spPr>
          <a:xfrm>
            <a:off x="398075" y="365350"/>
            <a:ext cx="6642600" cy="6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latin typeface="Roboto"/>
                <a:ea typeface="Roboto"/>
                <a:cs typeface="Roboto"/>
                <a:sym typeface="Roboto"/>
              </a:rPr>
              <a:t>Project Goals and Dataset Description </a:t>
            </a:r>
            <a:endParaRPr sz="3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" name="Google Shape;422;p48"/>
          <p:cNvSpPr txBox="1"/>
          <p:nvPr/>
        </p:nvSpPr>
        <p:spPr>
          <a:xfrm>
            <a:off x="398075" y="1055050"/>
            <a:ext cx="84180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Build an analytics pipeline to help people have a better idea of video game market trends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Dataset: 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Kaggle Steam game analytics CSV file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About 220,000 rows and 28 columns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Includes game name, genre, publisher, price, release date, etc.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Including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missing values and messy text, so cleaning is 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necessary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9"/>
          <p:cNvSpPr txBox="1"/>
          <p:nvPr>
            <p:ph type="title"/>
          </p:nvPr>
        </p:nvSpPr>
        <p:spPr>
          <a:xfrm>
            <a:off x="398075" y="365350"/>
            <a:ext cx="6642600" cy="6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latin typeface="Roboto"/>
                <a:ea typeface="Roboto"/>
                <a:cs typeface="Roboto"/>
                <a:sym typeface="Roboto"/>
              </a:rPr>
              <a:t>Pipeline Steps </a:t>
            </a:r>
            <a:r>
              <a:rPr b="0" lang="en" sz="3000">
                <a:latin typeface="Roboto"/>
                <a:ea typeface="Roboto"/>
                <a:cs typeface="Roboto"/>
                <a:sym typeface="Roboto"/>
              </a:rPr>
              <a:t> </a:t>
            </a:r>
            <a:endParaRPr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8" name="Google Shape;42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750" y="1253100"/>
            <a:ext cx="2143125" cy="790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9" name="Google Shape;429;p49"/>
          <p:cNvCxnSpPr/>
          <p:nvPr/>
        </p:nvCxnSpPr>
        <p:spPr>
          <a:xfrm>
            <a:off x="3049263" y="1663775"/>
            <a:ext cx="69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30" name="Google Shape;430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8200" y="1016275"/>
            <a:ext cx="1142874" cy="1142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1" name="Google Shape;431;p49"/>
          <p:cNvCxnSpPr/>
          <p:nvPr/>
        </p:nvCxnSpPr>
        <p:spPr>
          <a:xfrm>
            <a:off x="5135188" y="1663775"/>
            <a:ext cx="69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32" name="Google Shape;432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8875" y="976917"/>
            <a:ext cx="1373725" cy="1373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3" name="Google Shape;433;p49"/>
          <p:cNvCxnSpPr/>
          <p:nvPr/>
        </p:nvCxnSpPr>
        <p:spPr>
          <a:xfrm>
            <a:off x="6666050" y="2411517"/>
            <a:ext cx="9300" cy="479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34" name="Google Shape;434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32875" y="2997749"/>
            <a:ext cx="1465702" cy="14657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5" name="Google Shape;435;p49"/>
          <p:cNvCxnSpPr/>
          <p:nvPr/>
        </p:nvCxnSpPr>
        <p:spPr>
          <a:xfrm rot="10800000">
            <a:off x="5117500" y="3728050"/>
            <a:ext cx="730200" cy="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36" name="Google Shape;436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89225" y="3078763"/>
            <a:ext cx="1728274" cy="1303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7" name="Google Shape;437;p49"/>
          <p:cNvCxnSpPr/>
          <p:nvPr/>
        </p:nvCxnSpPr>
        <p:spPr>
          <a:xfrm rot="10800000">
            <a:off x="2916875" y="3728063"/>
            <a:ext cx="730200" cy="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38" name="Google Shape;438;p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95125" y="3043738"/>
            <a:ext cx="1373725" cy="1373725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9"/>
          <p:cNvSpPr txBox="1"/>
          <p:nvPr/>
        </p:nvSpPr>
        <p:spPr>
          <a:xfrm>
            <a:off x="881563" y="2110050"/>
            <a:ext cx="192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Using kaggle to get the raw data file 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49"/>
          <p:cNvSpPr txBox="1"/>
          <p:nvPr/>
        </p:nvSpPr>
        <p:spPr>
          <a:xfrm>
            <a:off x="3597838" y="2107425"/>
            <a:ext cx="1683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Used Python to clean the dataset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49"/>
          <p:cNvSpPr txBox="1"/>
          <p:nvPr/>
        </p:nvSpPr>
        <p:spPr>
          <a:xfrm>
            <a:off x="5828888" y="527350"/>
            <a:ext cx="1683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Stored the clean data into Google Cloud Storage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49"/>
          <p:cNvSpPr txBox="1"/>
          <p:nvPr/>
        </p:nvSpPr>
        <p:spPr>
          <a:xfrm>
            <a:off x="7142888" y="2997750"/>
            <a:ext cx="1683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Loaded the cleaned dataset into BigQuery 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49"/>
          <p:cNvSpPr txBox="1"/>
          <p:nvPr/>
        </p:nvSpPr>
        <p:spPr>
          <a:xfrm>
            <a:off x="3486463" y="4136625"/>
            <a:ext cx="1683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Used SQL queries to analyze and test the data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49"/>
          <p:cNvSpPr txBox="1"/>
          <p:nvPr/>
        </p:nvSpPr>
        <p:spPr>
          <a:xfrm>
            <a:off x="968838" y="4112975"/>
            <a:ext cx="2226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</a:t>
            </a:r>
            <a:r>
              <a:rPr lang="en" sz="1000"/>
              <a:t>onnected BigQuery to Looker Studio to build the dashboard </a:t>
            </a: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0"/>
          <p:cNvSpPr txBox="1"/>
          <p:nvPr>
            <p:ph type="title"/>
          </p:nvPr>
        </p:nvSpPr>
        <p:spPr>
          <a:xfrm>
            <a:off x="398075" y="365350"/>
            <a:ext cx="6642600" cy="6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latin typeface="Roboto"/>
                <a:ea typeface="Roboto"/>
                <a:cs typeface="Roboto"/>
                <a:sym typeface="Roboto"/>
              </a:rPr>
              <a:t>Results</a:t>
            </a:r>
            <a:r>
              <a:rPr b="0" lang="en" sz="3000">
                <a:latin typeface="Roboto"/>
                <a:ea typeface="Roboto"/>
                <a:cs typeface="Roboto"/>
                <a:sym typeface="Roboto"/>
              </a:rPr>
              <a:t> </a:t>
            </a:r>
            <a:endParaRPr sz="3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0" name="Google Shape;45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825" y="1605125"/>
            <a:ext cx="3390775" cy="25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50"/>
          <p:cNvSpPr txBox="1"/>
          <p:nvPr/>
        </p:nvSpPr>
        <p:spPr>
          <a:xfrm>
            <a:off x="807813" y="1136225"/>
            <a:ext cx="30588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Number of games by genre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2" name="Google Shape;452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525" y="1605125"/>
            <a:ext cx="3058800" cy="14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50"/>
          <p:cNvSpPr txBox="1"/>
          <p:nvPr/>
        </p:nvSpPr>
        <p:spPr>
          <a:xfrm>
            <a:off x="4572525" y="1136225"/>
            <a:ext cx="30588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Price distribution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4" name="Google Shape;454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11337" y="3631856"/>
            <a:ext cx="1781175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50"/>
          <p:cNvSpPr txBox="1"/>
          <p:nvPr/>
        </p:nvSpPr>
        <p:spPr>
          <a:xfrm>
            <a:off x="4572525" y="3189350"/>
            <a:ext cx="30588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Total number of games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1"/>
          <p:cNvSpPr txBox="1"/>
          <p:nvPr>
            <p:ph type="title"/>
          </p:nvPr>
        </p:nvSpPr>
        <p:spPr>
          <a:xfrm>
            <a:off x="1312300" y="2282700"/>
            <a:ext cx="6642600" cy="5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latin typeface="Roboto"/>
                <a:ea typeface="Roboto"/>
                <a:cs typeface="Roboto"/>
                <a:sym typeface="Roboto"/>
              </a:rPr>
              <a:t>Demo Time!</a:t>
            </a:r>
            <a:r>
              <a:rPr b="0" lang="en" sz="3000">
                <a:latin typeface="Roboto"/>
                <a:ea typeface="Roboto"/>
                <a:cs typeface="Roboto"/>
                <a:sym typeface="Roboto"/>
              </a:rPr>
              <a:t> </a:t>
            </a:r>
            <a:endParaRPr sz="3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2"/>
          <p:cNvSpPr txBox="1"/>
          <p:nvPr>
            <p:ph type="title"/>
          </p:nvPr>
        </p:nvSpPr>
        <p:spPr>
          <a:xfrm>
            <a:off x="398075" y="365350"/>
            <a:ext cx="6642600" cy="6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latin typeface="Roboto"/>
                <a:ea typeface="Roboto"/>
                <a:cs typeface="Roboto"/>
                <a:sym typeface="Roboto"/>
              </a:rPr>
              <a:t>Conclusion </a:t>
            </a:r>
            <a:r>
              <a:rPr b="0" lang="en" sz="3000">
                <a:latin typeface="Roboto"/>
                <a:ea typeface="Roboto"/>
                <a:cs typeface="Roboto"/>
                <a:sym typeface="Roboto"/>
              </a:rPr>
              <a:t> </a:t>
            </a:r>
            <a:endParaRPr sz="3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52"/>
          <p:cNvSpPr txBox="1"/>
          <p:nvPr/>
        </p:nvSpPr>
        <p:spPr>
          <a:xfrm>
            <a:off x="398075" y="1055050"/>
            <a:ext cx="84180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Completed 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full analytics pipeline of video game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Used BigQuery for SQL analysis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User will have a better idea of 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video game market trends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by looking at the dashboard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One challenge was cleaning messy data, such as missing values and HTML text fields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3"/>
          <p:cNvSpPr txBox="1"/>
          <p:nvPr>
            <p:ph type="title"/>
          </p:nvPr>
        </p:nvSpPr>
        <p:spPr>
          <a:xfrm>
            <a:off x="1312300" y="1618250"/>
            <a:ext cx="6642600" cy="10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5000">
                <a:latin typeface="Roboto"/>
                <a:ea typeface="Roboto"/>
                <a:cs typeface="Roboto"/>
                <a:sym typeface="Roboto"/>
              </a:rPr>
              <a:t>Question</a:t>
            </a:r>
            <a:r>
              <a:rPr b="0" lang="en" sz="5000">
                <a:latin typeface="Roboto"/>
                <a:ea typeface="Roboto"/>
                <a:cs typeface="Roboto"/>
                <a:sym typeface="Roboto"/>
              </a:rPr>
              <a:t>?</a:t>
            </a:r>
            <a:r>
              <a:rPr b="0" lang="en" sz="5000">
                <a:latin typeface="Roboto"/>
                <a:ea typeface="Roboto"/>
                <a:cs typeface="Roboto"/>
                <a:sym typeface="Roboto"/>
              </a:rPr>
              <a:t> </a:t>
            </a:r>
            <a:endParaRPr sz="5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ew Employee Orientation &amp; Training">
  <a:themeElements>
    <a:clrScheme name="Simple Light">
      <a:dk1>
        <a:srgbClr val="000000"/>
      </a:dk1>
      <a:lt1>
        <a:srgbClr val="FBF8F4"/>
      </a:lt1>
      <a:dk2>
        <a:srgbClr val="4B917D"/>
      </a:dk2>
      <a:lt2>
        <a:srgbClr val="DAFEA4"/>
      </a:lt2>
      <a:accent1>
        <a:srgbClr val="A0C7FE"/>
      </a:accent1>
      <a:accent2>
        <a:srgbClr val="E0E0E0"/>
      </a:accent2>
      <a:accent3>
        <a:srgbClr val="BDE6DB"/>
      </a:accent3>
      <a:accent4>
        <a:srgbClr val="F7FDD7"/>
      </a:accent4>
      <a:accent5>
        <a:srgbClr val="FFFFFF"/>
      </a:accent5>
      <a:accent6>
        <a:srgbClr val="3F8BA5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